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588198"/>
            <a:ext cx="9391774" cy="1441002"/>
          </a:xfrm>
        </p:spPr>
        <p:txBody>
          <a:bodyPr vert="horz" lIns="91440" tIns="45720" rIns="91440" bIns="45720" rtlCol="0" anchor="t">
            <a:normAutofit/>
          </a:bodyPr>
          <a:lstStyle/>
          <a:p>
            <a:r>
              <a:rPr lang="en-US" dirty="0">
                <a:solidFill>
                  <a:schemeClr val="tx1"/>
                </a:solidFill>
              </a:rPr>
              <a:t>Student Name -  </a:t>
            </a:r>
            <a:r>
              <a:rPr lang="en-US" b="0" dirty="0">
                <a:solidFill>
                  <a:schemeClr val="tx1"/>
                </a:solidFill>
              </a:rPr>
              <a:t>Smruti Saurav Nayak</a:t>
            </a:r>
            <a:endParaRPr lang="en-IN" b="0" dirty="0">
              <a:solidFill>
                <a:schemeClr val="tx1"/>
              </a:solidFill>
            </a:endParaRPr>
          </a:p>
          <a:p>
            <a:r>
              <a:rPr lang="en-US" dirty="0">
                <a:solidFill>
                  <a:schemeClr val="tx1"/>
                </a:solidFill>
              </a:rPr>
              <a:t>College Name- </a:t>
            </a:r>
            <a:r>
              <a:rPr lang="en-US" b="0" dirty="0">
                <a:solidFill>
                  <a:schemeClr val="tx1"/>
                </a:solidFill>
              </a:rPr>
              <a:t>Synergy Institute of Engineering &amp; Technology,Dhenkanal</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529326" cy="743448"/>
          </a:xfrm>
        </p:spPr>
        <p:txBody>
          <a:bodyPr>
            <a:normAutofit fontScale="90000"/>
          </a:bodyPr>
          <a:lstStyle/>
          <a:p>
            <a:r>
              <a:rPr lang="en-GB" sz="3200" dirty="0"/>
              <a:t>Project Title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576469"/>
            <a:ext cx="8393397" cy="369332"/>
          </a:xfrm>
          <a:prstGeom prst="rect">
            <a:avLst/>
          </a:prstGeom>
          <a:noFill/>
        </p:spPr>
        <p:txBody>
          <a:bodyPr wrap="square" rtlCol="0">
            <a:spAutoFit/>
          </a:bodyPr>
          <a:lstStyle/>
          <a:p>
            <a:r>
              <a:rPr lang="en-US" b="1" dirty="0"/>
              <a:t>AICTE STU ID :</a:t>
            </a:r>
            <a:r>
              <a:rPr lang="en-US" dirty="0"/>
              <a:t>STU680b54c2a73b81745573058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4002730"/>
          </a:xfrm>
        </p:spPr>
        <p:txBody>
          <a:bodyPr vert="horz" lIns="91440" tIns="45720" rIns="91440" bIns="45720" rtlCol="0" anchor="t">
            <a:noAutofit/>
          </a:bodyPr>
          <a:lstStyle/>
          <a:p>
            <a:pPr>
              <a:lnSpc>
                <a:spcPct val="100000"/>
              </a:lnSpc>
            </a:pPr>
            <a:r>
              <a:rPr lang="en-IN"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49214B03-C290-BC23-E145-04156B89F214}"/>
              </a:ext>
            </a:extLst>
          </p:cNvPr>
          <p:cNvSpPr txBox="1"/>
          <p:nvPr/>
        </p:nvSpPr>
        <p:spPr>
          <a:xfrm>
            <a:off x="467359" y="2088527"/>
            <a:ext cx="6945812" cy="3416320"/>
          </a:xfrm>
          <a:prstGeom prst="rect">
            <a:avLst/>
          </a:prstGeom>
          <a:noFill/>
        </p:spPr>
        <p:txBody>
          <a:bodyPr wrap="square">
            <a:spAutoFit/>
          </a:bodyPr>
          <a:lstStyle/>
          <a:p>
            <a:r>
              <a:rPr lang="en-IN" sz="1800" dirty="0"/>
              <a:t>The "Seasonal Agriculture Performance Analysis" project investigates how agricultural performance fluctuates due to seasonal variations in environmental conditions and resource availability. Because raw data alone does not explain these changes, the objective is to clean the dataset and analyze how resource usage, crop yields, and economic outcomes vary across different farming seasons. By discovering relationships within the data—such as the impact of rainfall or irrigation methods on profitability—and applying statistical and visual analytics, the analysis culminates in a fully documented Jupyter Notebook containing evidence-based recommendations to support improved seasonal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8471627" cy="4491083"/>
          </a:xfrm>
        </p:spPr>
        <p:txBody>
          <a:bodyPr>
            <a:normAutofit fontScale="55000" lnSpcReduction="20000"/>
          </a:bodyPr>
          <a:lstStyle/>
          <a:p>
            <a:pPr lvl="0"/>
            <a:r>
              <a:rPr lang="en-IN" sz="3600" b="1"/>
              <a:t>Agricultural Planners:</a:t>
            </a:r>
            <a:r>
              <a:rPr lang="en-IN" sz="3600"/>
              <a:t> Rely on the insights to support evidence-based seasonal agricultural planning and policy-making. </a:t>
            </a:r>
            <a:br>
              <a:rPr lang="en-IN" sz="3600"/>
            </a:br>
            <a:endParaRPr lang="en-IN" sz="3600"/>
          </a:p>
          <a:p>
            <a:pPr lvl="0"/>
            <a:r>
              <a:rPr lang="en-IN" sz="3600" b="1"/>
              <a:t>Farmers and Producers:</a:t>
            </a:r>
            <a:r>
              <a:rPr lang="en-IN" sz="3600"/>
              <a:t> Use the performance data to understand changing environmental conditions, adjust resource usage, and improve overall crop yields across different seasons. </a:t>
            </a:r>
            <a:br>
              <a:rPr lang="en-IN" sz="3600"/>
            </a:br>
            <a:endParaRPr lang="en-IN" sz="3600"/>
          </a:p>
          <a:p>
            <a:pPr lvl="0"/>
            <a:r>
              <a:rPr lang="en-IN" sz="3600" b="1"/>
              <a:t>Agronomists and Researchers:</a:t>
            </a:r>
            <a:r>
              <a:rPr lang="en-IN" sz="3600"/>
              <a:t> Analyze the identified patterns and relationships between environmental conditions and agricultural outcomes to guide further scientific investigation. </a:t>
            </a:r>
          </a:p>
          <a:p>
            <a:pPr lvl="0"/>
            <a:endParaRPr lang="en-IN" sz="3600"/>
          </a:p>
          <a:p>
            <a:pPr lvl="0"/>
            <a:r>
              <a:rPr lang="en-IN" sz="3600" b="1"/>
              <a:t>Agribusinesses and Market Analysts:</a:t>
            </a:r>
            <a:r>
              <a:rPr lang="en-IN" sz="3600"/>
              <a:t> Track seasonal economic variations and performance trends to optimize supply chain logistics, investments, and financial planning. </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77999" y="1747156"/>
            <a:ext cx="8606971" cy="4928851"/>
          </a:xfrm>
        </p:spPr>
        <p:txBody>
          <a:bodyPr/>
          <a:lstStyle/>
          <a:p>
            <a:pPr lvl="0"/>
            <a:r>
              <a:rPr lang="en-IN" b="1" dirty="0"/>
              <a:t>Python:</a:t>
            </a:r>
            <a:r>
              <a:rPr lang="en-IN" dirty="0"/>
              <a:t> Core programming language for data manipulation and analysis logic.</a:t>
            </a:r>
          </a:p>
          <a:p>
            <a:pPr lvl="0"/>
            <a:r>
              <a:rPr lang="en-IN" b="1" dirty="0"/>
              <a:t>Jupyter Notebook:</a:t>
            </a:r>
            <a:r>
              <a:rPr lang="en-IN" dirty="0"/>
              <a:t> Environment used to document the complete analysis, code, and final findings. </a:t>
            </a:r>
          </a:p>
          <a:p>
            <a:pPr lvl="0"/>
            <a:r>
              <a:rPr lang="en-IN" b="1" dirty="0"/>
              <a:t>Pandas, Matplotlib &amp; Seaborn:</a:t>
            </a:r>
            <a:r>
              <a:rPr lang="en-IN" dirty="0"/>
              <a:t> Python libraries for data cleaning, aggregation, and generating visualizations.</a:t>
            </a:r>
          </a:p>
          <a:p>
            <a:pPr lvl="0"/>
            <a:r>
              <a:rPr lang="en-IN" b="1" dirty="0"/>
              <a:t>Power BI / Tableau:</a:t>
            </a:r>
            <a:r>
              <a:rPr lang="en-IN" dirty="0"/>
              <a:t> Business intelligence platforms for building interactive dashboards and KPI reports.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04851E0B-31B1-2B81-8F0F-09C3352DCACF}"/>
              </a:ext>
            </a:extLst>
          </p:cNvPr>
          <p:cNvPicPr>
            <a:picLocks noChangeAspect="1"/>
          </p:cNvPicPr>
          <p:nvPr/>
        </p:nvPicPr>
        <p:blipFill>
          <a:blip r:embed="rId3"/>
          <a:stretch>
            <a:fillRect/>
          </a:stretch>
        </p:blipFill>
        <p:spPr>
          <a:xfrm>
            <a:off x="447869" y="1275370"/>
            <a:ext cx="8817429" cy="508810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7F0064E-6FBE-FE44-68CA-1216D0A25FAC}"/>
              </a:ext>
            </a:extLst>
          </p:cNvPr>
          <p:cNvPicPr>
            <a:picLocks noChangeAspect="1"/>
          </p:cNvPicPr>
          <p:nvPr/>
        </p:nvPicPr>
        <p:blipFill>
          <a:blip r:embed="rId3"/>
          <a:stretch>
            <a:fillRect/>
          </a:stretch>
        </p:blipFill>
        <p:spPr>
          <a:xfrm>
            <a:off x="320982" y="2015233"/>
            <a:ext cx="8188535" cy="426426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2E9CA3EA-09D4-9F52-CC79-478438CF7974}"/>
              </a:ext>
            </a:extLst>
          </p:cNvPr>
          <p:cNvPicPr>
            <a:picLocks noChangeAspect="1"/>
          </p:cNvPicPr>
          <p:nvPr/>
        </p:nvPicPr>
        <p:blipFill>
          <a:blip r:embed="rId3"/>
          <a:stretch>
            <a:fillRect/>
          </a:stretch>
        </p:blipFill>
        <p:spPr>
          <a:xfrm>
            <a:off x="675957" y="2015234"/>
            <a:ext cx="8682647" cy="457217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F01382F-AB0C-685E-289F-1C0BC20FC01C}"/>
              </a:ext>
            </a:extLst>
          </p:cNvPr>
          <p:cNvPicPr>
            <a:picLocks noChangeAspect="1"/>
          </p:cNvPicPr>
          <p:nvPr/>
        </p:nvPicPr>
        <p:blipFill>
          <a:blip r:embed="rId3"/>
          <a:stretch>
            <a:fillRect/>
          </a:stretch>
        </p:blipFill>
        <p:spPr>
          <a:xfrm>
            <a:off x="675957" y="2118049"/>
            <a:ext cx="7180419" cy="436936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D90E7920-5600-AA3A-F8BE-64B376BF5F08}"/>
              </a:ext>
            </a:extLst>
          </p:cNvPr>
          <p:cNvPicPr>
            <a:picLocks noChangeAspect="1"/>
          </p:cNvPicPr>
          <p:nvPr/>
        </p:nvPicPr>
        <p:blipFill>
          <a:blip r:embed="rId3"/>
          <a:stretch>
            <a:fillRect/>
          </a:stretch>
        </p:blipFill>
        <p:spPr>
          <a:xfrm>
            <a:off x="1525555" y="1162653"/>
            <a:ext cx="7693089" cy="530926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2784F2C1-70D2-C7D5-D38B-B92C67B0429C}"/>
              </a:ext>
            </a:extLst>
          </p:cNvPr>
          <p:cNvSpPr txBox="1"/>
          <p:nvPr/>
        </p:nvSpPr>
        <p:spPr>
          <a:xfrm>
            <a:off x="675957" y="2015234"/>
            <a:ext cx="8278584" cy="4247317"/>
          </a:xfrm>
          <a:prstGeom prst="rect">
            <a:avLst/>
          </a:prstGeom>
          <a:noFill/>
        </p:spPr>
        <p:txBody>
          <a:bodyPr wrap="square">
            <a:spAutoFit/>
          </a:bodyPr>
          <a:lstStyle/>
          <a:p>
            <a:pPr marL="285750" lvl="0" indent="-285750">
              <a:buFont typeface="Arial" panose="020B0604020202020204" pitchFamily="34" charset="0"/>
              <a:buChar char="•"/>
            </a:pPr>
            <a:r>
              <a:rPr lang="en-IN" sz="1800" b="1" dirty="0"/>
              <a:t>Predictive Crop Modeling:</a:t>
            </a:r>
            <a:r>
              <a:rPr lang="en-IN" sz="1800" dirty="0"/>
              <a:t> Implement machine learning algorithms in Python to forecast future crop yields and market prices based on historical seasonal weather patterns and resource inputs.</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Live Data Integration:</a:t>
            </a:r>
            <a:r>
              <a:rPr lang="en-IN" sz="1800" dirty="0"/>
              <a:t> Connect the existing visual dashboards to real-time weather APIs and IoT soil sensors to provide dynamic, up-to-the-minute agricultural monitoring.</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Prescriptive Recommendation Engines:</a:t>
            </a:r>
            <a:r>
              <a:rPr lang="en-IN" sz="1800" dirty="0"/>
              <a:t> Develop automated systems that suggest the exact optimal irrigation methods and fertilizer quantities for specific crops to maximize profit margins.</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Geospatial Mapping (GIS):</a:t>
            </a:r>
            <a:r>
              <a:rPr lang="en-IN" sz="1800" dirty="0"/>
              <a:t> Incorporate geographic information systems to map regional performance variations down to the district level, allowing localized agricultural planning and pest risk assessment.</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8640B74E-FAAA-DE84-77E1-B2F3E2C43C19}"/>
              </a:ext>
            </a:extLst>
          </p:cNvPr>
          <p:cNvSpPr txBox="1"/>
          <p:nvPr/>
        </p:nvSpPr>
        <p:spPr>
          <a:xfrm>
            <a:off x="429208" y="3110500"/>
            <a:ext cx="8724122" cy="369332"/>
          </a:xfrm>
          <a:prstGeom prst="rect">
            <a:avLst/>
          </a:prstGeom>
          <a:noFill/>
        </p:spPr>
        <p:txBody>
          <a:bodyPr wrap="square">
            <a:spAutoFit/>
          </a:bodyPr>
          <a:lstStyle/>
          <a:p>
            <a:r>
              <a:rPr lang="en-IN" dirty="0"/>
              <a:t>https://github.com/Smruti-Saurav/Seasonal-Agriculture-Performance-Analysis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8DA607C-1214-AC0B-D19E-E5BBC3B97328}"/>
              </a:ext>
            </a:extLst>
          </p:cNvPr>
          <p:cNvPicPr>
            <a:picLocks noChangeAspect="1"/>
          </p:cNvPicPr>
          <p:nvPr/>
        </p:nvPicPr>
        <p:blipFill>
          <a:blip r:embed="rId3"/>
          <a:stretch>
            <a:fillRect/>
          </a:stretch>
        </p:blipFill>
        <p:spPr>
          <a:xfrm>
            <a:off x="675957" y="1483567"/>
            <a:ext cx="8351389" cy="537443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6492" y="2650144"/>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634</TotalTime>
  <Words>531</Words>
  <Application>Microsoft Office PowerPoint</Application>
  <PresentationFormat>Widescreen</PresentationFormat>
  <Paragraphs>39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MR ZERO</cp:lastModifiedBy>
  <cp:revision>100</cp:revision>
  <dcterms:created xsi:type="dcterms:W3CDTF">2021-07-11T13:13:15Z</dcterms:created>
  <dcterms:modified xsi:type="dcterms:W3CDTF">2026-09-06T05:24:46Z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